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171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42BD-FC14-06D2-9171-F98DD3733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FFE7C-BFA9-FD17-5460-969286705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BE27A-FBEA-8F53-271D-2DF06E81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2C6ED-CDAB-C91A-8ED4-212EE7B3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B1166-BD77-64B7-EC2B-FC7DC5A1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0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CCEE-EDEC-F499-AD7E-0D9CAC6C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EAED5-6E20-20F7-C806-CE4DB6E93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F4F8C-A72E-B6A4-7053-A9EDBFAB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5C8E9-FA90-C86D-D1AA-8B58E011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30A69-0997-DF79-B365-B623FFF49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0A13-904A-775A-B8DC-F34700E5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12DC5-6BA7-606B-B124-DF02EE474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F840E-EB65-DC87-B42B-BC1ED8AC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77487-7BF7-3D36-3514-229E56F8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BAA4A-57C0-3349-D7B7-4AC8C544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3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44D4-3488-00DF-DECA-4E2B4D59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9E59-F8A9-1FC8-EEC3-F2EBEF5DF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7E3AD-9614-B8A3-E89C-D080EC6F6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B12D8-5359-BD37-24B1-077B50A8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C6AA2-3FCD-6C52-B4BD-F6B66F73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D2D13-E132-9187-8583-3222EB6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5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F776-9C86-8E2B-27F2-AA7BE2E9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A953F-CE8C-6FD2-78CE-3918CA314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BE972-D005-F715-76EC-8FF9E0BE7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36D38-05E9-21FD-9657-AD5E23D06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E1437-5D28-7FD7-1082-B357B9DB9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5224A-45E8-C6B5-9A23-A84A7F93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19387-FD6A-76D6-58DE-4E124DA6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20710-F834-3D85-8841-993DBF75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C4C6-84B0-A684-6BB1-4BB67B88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7683B-E0A6-1B00-5798-7CF03CA9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9B8BE-3675-B034-FD8A-97BE2458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7E3D3-92E9-5EEF-A2C3-F173F3FA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3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A82C4-72FA-2115-3741-6CC22C7D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76F4A-5E85-F357-B586-ED76F259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77E70-A104-D1A2-5049-6210CCC4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7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5AAC-514B-40D9-CAB1-42004451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73CF-7612-63FC-933C-37C734FF1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C045B-FB5C-6EC8-9B55-08D900392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A74B2-5337-1B78-1E6F-4695CE67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76E82-76AE-3936-25F2-00654E9C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BE026-F2CB-FF05-1659-29E1E8F4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9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66A7-A5E3-35BA-D46F-C180E3B5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7C174-04E3-5530-FB41-01B9C6598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15BC1-E985-7CE8-3F89-D07935234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7C919-3FCD-ACDE-2B16-44BE5415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13FBE-2636-85F6-8141-5E486062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73AE3-8FE4-634C-DBAE-37FC6F8F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7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AD49-1DCC-4F96-2982-46395345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ABA67-BAD3-BA53-1991-4E4873D05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30040-6709-A379-ECC8-16ADB964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33F79-B2B1-29B8-3A34-CBBCD581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80456-7E0C-B085-FD12-AD3CF7A8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0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0A814-CE33-011F-D5C5-4A3FC0888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3560D-642B-7338-1285-C40A93BEA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32E11-AEE4-C107-FCB1-FAE5605D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76D21-58DE-17A9-46D9-B267F50A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351D8-48F0-C4EC-6820-07FD2520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3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D7E12-EDD8-9FCB-740F-F2874FAC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1EE50-87DA-CD93-318B-A79CC30BC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9A2D-9BC7-96E4-B3FC-D0D87174D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0E1F7-8886-47FD-93A0-9A15474DDDD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A5259-43AA-8A69-E446-A278D8868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CD25D-24B1-1C02-A07A-96ABD4A90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47BD4-2DC1-471A-AEA5-395B844F2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B417F1-0781-CEB1-A70E-FA39DDBE2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7" t="16113" r="16810" b="14125"/>
          <a:stretch/>
        </p:blipFill>
        <p:spPr>
          <a:xfrm>
            <a:off x="5384178" y="1767702"/>
            <a:ext cx="1987084" cy="36166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32D0C6-EA78-97F5-0AC8-403E21C951DC}"/>
              </a:ext>
            </a:extLst>
          </p:cNvPr>
          <p:cNvSpPr/>
          <p:nvPr/>
        </p:nvSpPr>
        <p:spPr>
          <a:xfrm>
            <a:off x="9812821" y="616932"/>
            <a:ext cx="681483" cy="13453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1EE772-4342-632A-D4A5-FA48679D665C}"/>
              </a:ext>
            </a:extLst>
          </p:cNvPr>
          <p:cNvCxnSpPr>
            <a:cxnSpLocks/>
            <a:stCxn id="6" idx="0"/>
            <a:endCxn id="6" idx="2"/>
          </p:cNvCxnSpPr>
          <p:nvPr/>
        </p:nvCxnSpPr>
        <p:spPr>
          <a:xfrm>
            <a:off x="10153563" y="616932"/>
            <a:ext cx="0" cy="1345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AB50BD-7377-4E6A-A9DA-19F862FBA716}"/>
              </a:ext>
            </a:extLst>
          </p:cNvPr>
          <p:cNvCxnSpPr>
            <a:cxnSpLocks/>
          </p:cNvCxnSpPr>
          <p:nvPr/>
        </p:nvCxnSpPr>
        <p:spPr>
          <a:xfrm>
            <a:off x="9812817" y="928609"/>
            <a:ext cx="6814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3ED5FB-01D2-9BA3-E370-7F0EEBB3E40D}"/>
              </a:ext>
            </a:extLst>
          </p:cNvPr>
          <p:cNvCxnSpPr>
            <a:cxnSpLocks/>
          </p:cNvCxnSpPr>
          <p:nvPr/>
        </p:nvCxnSpPr>
        <p:spPr>
          <a:xfrm>
            <a:off x="9812818" y="1269098"/>
            <a:ext cx="6814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F3853B-3462-8F8C-BA8C-675AE6E3DB6B}"/>
              </a:ext>
            </a:extLst>
          </p:cNvPr>
          <p:cNvCxnSpPr>
            <a:cxnSpLocks/>
          </p:cNvCxnSpPr>
          <p:nvPr/>
        </p:nvCxnSpPr>
        <p:spPr>
          <a:xfrm>
            <a:off x="9812820" y="1585568"/>
            <a:ext cx="6814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9CE37-15EE-824C-6BB5-1E3DCC9F9C57}"/>
              </a:ext>
            </a:extLst>
          </p:cNvPr>
          <p:cNvSpPr/>
          <p:nvPr/>
        </p:nvSpPr>
        <p:spPr>
          <a:xfrm>
            <a:off x="9856277" y="657227"/>
            <a:ext cx="253830" cy="5427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570EF-4474-CAB7-8232-37B04BDD2C27}"/>
              </a:ext>
            </a:extLst>
          </p:cNvPr>
          <p:cNvSpPr/>
          <p:nvPr/>
        </p:nvSpPr>
        <p:spPr>
          <a:xfrm>
            <a:off x="9856277" y="1352453"/>
            <a:ext cx="253830" cy="5427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FF012-29C9-3952-B0C9-512FF682E011}"/>
              </a:ext>
            </a:extLst>
          </p:cNvPr>
          <p:cNvSpPr txBox="1"/>
          <p:nvPr/>
        </p:nvSpPr>
        <p:spPr>
          <a:xfrm>
            <a:off x="9191698" y="657221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Sense 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0E845E-9D09-6508-6E42-D1C7B8F3DA27}"/>
              </a:ext>
            </a:extLst>
          </p:cNvPr>
          <p:cNvSpPr txBox="1"/>
          <p:nvPr/>
        </p:nvSpPr>
        <p:spPr>
          <a:xfrm>
            <a:off x="9380158" y="945820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GND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A1B97-136B-8602-56A1-929DB75FEA8E}"/>
              </a:ext>
            </a:extLst>
          </p:cNvPr>
          <p:cNvSpPr txBox="1"/>
          <p:nvPr/>
        </p:nvSpPr>
        <p:spPr>
          <a:xfrm>
            <a:off x="9186615" y="1334555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Sense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5B3C40-7E69-9FB6-A2D8-3FFF13D6948E}"/>
              </a:ext>
            </a:extLst>
          </p:cNvPr>
          <p:cNvSpPr txBox="1"/>
          <p:nvPr/>
        </p:nvSpPr>
        <p:spPr>
          <a:xfrm>
            <a:off x="9374167" y="1655817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85E46F-84B8-FFA7-56CF-01FA62204DFA}"/>
              </a:ext>
            </a:extLst>
          </p:cNvPr>
          <p:cNvSpPr txBox="1"/>
          <p:nvPr/>
        </p:nvSpPr>
        <p:spPr>
          <a:xfrm>
            <a:off x="9456806" y="155132"/>
            <a:ext cx="1270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Configuration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02A1AE-CE62-220A-215D-10BA77C28399}"/>
              </a:ext>
            </a:extLst>
          </p:cNvPr>
          <p:cNvSpPr txBox="1"/>
          <p:nvPr/>
        </p:nvSpPr>
        <p:spPr>
          <a:xfrm>
            <a:off x="8827907" y="2077707"/>
            <a:ext cx="3206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this configuration, the load current will directly travels from the Sense A pin and the Sense B of the L298N to the GND, Bypassing the current sense resistor.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0C900-3203-78C3-C39F-E030D6F22EAE}"/>
              </a:ext>
            </a:extLst>
          </p:cNvPr>
          <p:cNvSpPr/>
          <p:nvPr/>
        </p:nvSpPr>
        <p:spPr>
          <a:xfrm flipV="1">
            <a:off x="10300764" y="735391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122F717-4091-627F-69AA-330BDA6268A6}"/>
              </a:ext>
            </a:extLst>
          </p:cNvPr>
          <p:cNvSpPr/>
          <p:nvPr/>
        </p:nvSpPr>
        <p:spPr>
          <a:xfrm flipV="1">
            <a:off x="10291691" y="1043205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4E7B271-A6A6-84EF-78AE-6FEB9E3385C8}"/>
              </a:ext>
            </a:extLst>
          </p:cNvPr>
          <p:cNvSpPr/>
          <p:nvPr/>
        </p:nvSpPr>
        <p:spPr>
          <a:xfrm flipV="1">
            <a:off x="10291690" y="1393414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8FAA4D3-55F1-19C5-889A-4E08FE3C5601}"/>
              </a:ext>
            </a:extLst>
          </p:cNvPr>
          <p:cNvSpPr/>
          <p:nvPr/>
        </p:nvSpPr>
        <p:spPr>
          <a:xfrm flipV="1">
            <a:off x="10291690" y="1717661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FA3D95-47F9-BED1-6286-60E94B799BAB}"/>
              </a:ext>
            </a:extLst>
          </p:cNvPr>
          <p:cNvSpPr/>
          <p:nvPr/>
        </p:nvSpPr>
        <p:spPr>
          <a:xfrm>
            <a:off x="9812821" y="3795619"/>
            <a:ext cx="681483" cy="13453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AEE0EE-F054-D4D9-9FEE-B710B5E37C76}"/>
              </a:ext>
            </a:extLst>
          </p:cNvPr>
          <p:cNvCxnSpPr>
            <a:cxnSpLocks/>
            <a:stCxn id="29" idx="0"/>
            <a:endCxn id="29" idx="2"/>
          </p:cNvCxnSpPr>
          <p:nvPr/>
        </p:nvCxnSpPr>
        <p:spPr>
          <a:xfrm>
            <a:off x="10153563" y="3795619"/>
            <a:ext cx="0" cy="1345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709BD1-BE3F-B069-22DB-B1076E6DAE80}"/>
              </a:ext>
            </a:extLst>
          </p:cNvPr>
          <p:cNvCxnSpPr>
            <a:cxnSpLocks/>
          </p:cNvCxnSpPr>
          <p:nvPr/>
        </p:nvCxnSpPr>
        <p:spPr>
          <a:xfrm>
            <a:off x="9812817" y="4107296"/>
            <a:ext cx="6814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459E07-AA2F-2014-5D71-92B51CD6EC3B}"/>
              </a:ext>
            </a:extLst>
          </p:cNvPr>
          <p:cNvCxnSpPr>
            <a:cxnSpLocks/>
          </p:cNvCxnSpPr>
          <p:nvPr/>
        </p:nvCxnSpPr>
        <p:spPr>
          <a:xfrm>
            <a:off x="9812818" y="4447785"/>
            <a:ext cx="6814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2D7470-8E02-6F87-AE1E-DCD402088117}"/>
              </a:ext>
            </a:extLst>
          </p:cNvPr>
          <p:cNvCxnSpPr>
            <a:cxnSpLocks/>
          </p:cNvCxnSpPr>
          <p:nvPr/>
        </p:nvCxnSpPr>
        <p:spPr>
          <a:xfrm>
            <a:off x="9812820" y="4764255"/>
            <a:ext cx="6814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EF25D21-A75C-AF74-C9F0-899864675D07}"/>
              </a:ext>
            </a:extLst>
          </p:cNvPr>
          <p:cNvSpPr/>
          <p:nvPr/>
        </p:nvSpPr>
        <p:spPr>
          <a:xfrm rot="5400000">
            <a:off x="10026642" y="3679931"/>
            <a:ext cx="253830" cy="5427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C41836-21EF-8AE0-E3CF-4D10A1118A65}"/>
              </a:ext>
            </a:extLst>
          </p:cNvPr>
          <p:cNvSpPr/>
          <p:nvPr/>
        </p:nvSpPr>
        <p:spPr>
          <a:xfrm rot="5400000">
            <a:off x="10026642" y="4686232"/>
            <a:ext cx="253830" cy="5427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CE0C54-8CD8-9706-0321-FCE71E7D2BA4}"/>
              </a:ext>
            </a:extLst>
          </p:cNvPr>
          <p:cNvSpPr txBox="1"/>
          <p:nvPr/>
        </p:nvSpPr>
        <p:spPr>
          <a:xfrm>
            <a:off x="9191698" y="3835908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Sense 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FAF424-2510-289F-281B-D5DE19CE84B7}"/>
              </a:ext>
            </a:extLst>
          </p:cNvPr>
          <p:cNvSpPr txBox="1"/>
          <p:nvPr/>
        </p:nvSpPr>
        <p:spPr>
          <a:xfrm>
            <a:off x="9380158" y="4124507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GND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18BECD-FCA5-632E-A0AB-0155328473E1}"/>
              </a:ext>
            </a:extLst>
          </p:cNvPr>
          <p:cNvSpPr txBox="1"/>
          <p:nvPr/>
        </p:nvSpPr>
        <p:spPr>
          <a:xfrm>
            <a:off x="9186615" y="4513242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Sense 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6121A5-1EBD-0E6F-A266-1F23F67942BF}"/>
              </a:ext>
            </a:extLst>
          </p:cNvPr>
          <p:cNvSpPr txBox="1"/>
          <p:nvPr/>
        </p:nvSpPr>
        <p:spPr>
          <a:xfrm>
            <a:off x="9374167" y="4834504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34922-812F-2924-E82D-9C6ADFEA3B61}"/>
              </a:ext>
            </a:extLst>
          </p:cNvPr>
          <p:cNvSpPr txBox="1"/>
          <p:nvPr/>
        </p:nvSpPr>
        <p:spPr>
          <a:xfrm>
            <a:off x="9456471" y="3304148"/>
            <a:ext cx="1269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Configuration 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E0CC935-8E59-9AD8-B6E4-4E55443AFC84}"/>
              </a:ext>
            </a:extLst>
          </p:cNvPr>
          <p:cNvSpPr/>
          <p:nvPr/>
        </p:nvSpPr>
        <p:spPr>
          <a:xfrm flipV="1">
            <a:off x="9959085" y="4236710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5B35E9-7F2F-4989-BD18-DEDF9FCE3473}"/>
              </a:ext>
            </a:extLst>
          </p:cNvPr>
          <p:cNvSpPr/>
          <p:nvPr/>
        </p:nvSpPr>
        <p:spPr>
          <a:xfrm flipV="1">
            <a:off x="10283561" y="4236710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B05518-7BAE-575C-236C-39A9A79A7714}"/>
              </a:ext>
            </a:extLst>
          </p:cNvPr>
          <p:cNvSpPr/>
          <p:nvPr/>
        </p:nvSpPr>
        <p:spPr>
          <a:xfrm flipV="1">
            <a:off x="9952475" y="4567953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10BB8CE-BCF5-D160-4E26-AB1A020DDE7B}"/>
              </a:ext>
            </a:extLst>
          </p:cNvPr>
          <p:cNvSpPr/>
          <p:nvPr/>
        </p:nvSpPr>
        <p:spPr>
          <a:xfrm flipV="1">
            <a:off x="10268523" y="4566709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775D9C-6AAE-9BDA-90AC-887887031259}"/>
              </a:ext>
            </a:extLst>
          </p:cNvPr>
          <p:cNvSpPr txBox="1"/>
          <p:nvPr/>
        </p:nvSpPr>
        <p:spPr>
          <a:xfrm>
            <a:off x="10472565" y="4150167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Current Resistor A Out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9DCDA3-BA05-D0A5-F36B-E26F9F404158}"/>
              </a:ext>
            </a:extLst>
          </p:cNvPr>
          <p:cNvSpPr txBox="1"/>
          <p:nvPr/>
        </p:nvSpPr>
        <p:spPr>
          <a:xfrm>
            <a:off x="10472565" y="4488991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Current Resistor B Out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01072C-C867-3884-9D16-69DD8832E76E}"/>
              </a:ext>
            </a:extLst>
          </p:cNvPr>
          <p:cNvSpPr txBox="1"/>
          <p:nvPr/>
        </p:nvSpPr>
        <p:spPr>
          <a:xfrm>
            <a:off x="8821920" y="5270430"/>
            <a:ext cx="3206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this configuration, the load current will travels from the Sense A pin and the Sense B of the L298N through the current sense resistors.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EB7CEA-461B-E096-67CC-508FBE123749}"/>
              </a:ext>
            </a:extLst>
          </p:cNvPr>
          <p:cNvSpPr txBox="1"/>
          <p:nvPr/>
        </p:nvSpPr>
        <p:spPr>
          <a:xfrm>
            <a:off x="17726" y="114886"/>
            <a:ext cx="3298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L298N Dual H-Bridge Motor Driver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DF7340-B582-5CB3-F502-8E5B1600C800}"/>
              </a:ext>
            </a:extLst>
          </p:cNvPr>
          <p:cNvSpPr txBox="1"/>
          <p:nvPr/>
        </p:nvSpPr>
        <p:spPr>
          <a:xfrm>
            <a:off x="17726" y="373041"/>
            <a:ext cx="2486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With current sense resistors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F01F6F7-7AD5-9855-919C-29BA4BDC3AF8}"/>
              </a:ext>
            </a:extLst>
          </p:cNvPr>
          <p:cNvCxnSpPr>
            <a:cxnSpLocks/>
          </p:cNvCxnSpPr>
          <p:nvPr/>
        </p:nvCxnSpPr>
        <p:spPr>
          <a:xfrm>
            <a:off x="5074418" y="1624608"/>
            <a:ext cx="0" cy="40522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6535A45A-E7D0-8614-5AF4-5816095A8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86" t="4167" b="2319"/>
          <a:stretch/>
        </p:blipFill>
        <p:spPr>
          <a:xfrm>
            <a:off x="2292117" y="1669531"/>
            <a:ext cx="2517190" cy="3806463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7235B16-685E-1C2D-7D65-93F73EF30E8F}"/>
              </a:ext>
            </a:extLst>
          </p:cNvPr>
          <p:cNvSpPr/>
          <p:nvPr/>
        </p:nvSpPr>
        <p:spPr>
          <a:xfrm>
            <a:off x="885782" y="1119286"/>
            <a:ext cx="1900092" cy="2885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LED Blue : Motor 1 Direction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2CECA08-A2B5-B0B8-7675-2EE761D91B8B}"/>
              </a:ext>
            </a:extLst>
          </p:cNvPr>
          <p:cNvSpPr/>
          <p:nvPr/>
        </p:nvSpPr>
        <p:spPr>
          <a:xfrm>
            <a:off x="1728486" y="1412111"/>
            <a:ext cx="1219200" cy="563302"/>
          </a:xfrm>
          <a:custGeom>
            <a:avLst/>
            <a:gdLst>
              <a:gd name="connsiteX0" fmla="*/ 0 w 1219200"/>
              <a:gd name="connsiteY0" fmla="*/ 0 h 563302"/>
              <a:gd name="connsiteX1" fmla="*/ 146613 w 1219200"/>
              <a:gd name="connsiteY1" fmla="*/ 270076 h 563302"/>
              <a:gd name="connsiteX2" fmla="*/ 821803 w 1219200"/>
              <a:gd name="connsiteY2" fmla="*/ 219919 h 563302"/>
              <a:gd name="connsiteX3" fmla="*/ 1219200 w 1219200"/>
              <a:gd name="connsiteY3" fmla="*/ 563302 h 563302"/>
              <a:gd name="connsiteX4" fmla="*/ 1219200 w 1219200"/>
              <a:gd name="connsiteY4" fmla="*/ 563302 h 563302"/>
              <a:gd name="connsiteX5" fmla="*/ 1219200 w 1219200"/>
              <a:gd name="connsiteY5" fmla="*/ 563302 h 56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" h="563302">
                <a:moveTo>
                  <a:pt x="0" y="0"/>
                </a:moveTo>
                <a:cubicBezTo>
                  <a:pt x="4823" y="116711"/>
                  <a:pt x="9646" y="233423"/>
                  <a:pt x="146613" y="270076"/>
                </a:cubicBezTo>
                <a:cubicBezTo>
                  <a:pt x="283580" y="306729"/>
                  <a:pt x="643039" y="171048"/>
                  <a:pt x="821803" y="219919"/>
                </a:cubicBezTo>
                <a:cubicBezTo>
                  <a:pt x="1000567" y="268790"/>
                  <a:pt x="1219200" y="563302"/>
                  <a:pt x="1219200" y="563302"/>
                </a:cubicBezTo>
                <a:lnTo>
                  <a:pt x="1219200" y="563302"/>
                </a:lnTo>
                <a:lnTo>
                  <a:pt x="1219200" y="56330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C02E903-3EA2-C8AE-3673-5ED28750541F}"/>
              </a:ext>
            </a:extLst>
          </p:cNvPr>
          <p:cNvSpPr/>
          <p:nvPr/>
        </p:nvSpPr>
        <p:spPr>
          <a:xfrm>
            <a:off x="4160818" y="1144327"/>
            <a:ext cx="2048593" cy="2885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LED Yellow : Motor 1 Direction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DBEE453-9541-4B47-1AE3-907ED5F9DD1C}"/>
              </a:ext>
            </a:extLst>
          </p:cNvPr>
          <p:cNvSpPr/>
          <p:nvPr/>
        </p:nvSpPr>
        <p:spPr>
          <a:xfrm>
            <a:off x="4178461" y="1394749"/>
            <a:ext cx="873888" cy="549798"/>
          </a:xfrm>
          <a:custGeom>
            <a:avLst/>
            <a:gdLst>
              <a:gd name="connsiteX0" fmla="*/ 0 w 873888"/>
              <a:gd name="connsiteY0" fmla="*/ 549798 h 549798"/>
              <a:gd name="connsiteX1" fmla="*/ 167833 w 873888"/>
              <a:gd name="connsiteY1" fmla="*/ 208345 h 549798"/>
              <a:gd name="connsiteX2" fmla="*/ 636607 w 873888"/>
              <a:gd name="connsiteY2" fmla="*/ 179408 h 549798"/>
              <a:gd name="connsiteX3" fmla="*/ 873888 w 873888"/>
              <a:gd name="connsiteY3" fmla="*/ 0 h 549798"/>
              <a:gd name="connsiteX4" fmla="*/ 873888 w 873888"/>
              <a:gd name="connsiteY4" fmla="*/ 0 h 549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888" h="549798">
                <a:moveTo>
                  <a:pt x="0" y="549798"/>
                </a:moveTo>
                <a:cubicBezTo>
                  <a:pt x="30866" y="409937"/>
                  <a:pt x="61732" y="270077"/>
                  <a:pt x="167833" y="208345"/>
                </a:cubicBezTo>
                <a:cubicBezTo>
                  <a:pt x="273934" y="146613"/>
                  <a:pt x="518931" y="214132"/>
                  <a:pt x="636607" y="179408"/>
                </a:cubicBezTo>
                <a:cubicBezTo>
                  <a:pt x="754283" y="144684"/>
                  <a:pt x="873888" y="0"/>
                  <a:pt x="873888" y="0"/>
                </a:cubicBezTo>
                <a:lnTo>
                  <a:pt x="873888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9460269-D3B1-E009-5B1F-DB1F1BC05387}"/>
              </a:ext>
            </a:extLst>
          </p:cNvPr>
          <p:cNvSpPr/>
          <p:nvPr/>
        </p:nvSpPr>
        <p:spPr>
          <a:xfrm>
            <a:off x="885782" y="5913505"/>
            <a:ext cx="1900092" cy="2885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LED Blue : Motor 2 Direction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9D79DC-46B5-C225-6640-273D83627812}"/>
              </a:ext>
            </a:extLst>
          </p:cNvPr>
          <p:cNvSpPr/>
          <p:nvPr/>
        </p:nvSpPr>
        <p:spPr>
          <a:xfrm>
            <a:off x="4160818" y="5938546"/>
            <a:ext cx="2048593" cy="2885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LED Yellow : Motor 2 Direction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EDB47AE-966C-09BF-6022-D6F4EA38930F}"/>
              </a:ext>
            </a:extLst>
          </p:cNvPr>
          <p:cNvSpPr/>
          <p:nvPr/>
        </p:nvSpPr>
        <p:spPr>
          <a:xfrm>
            <a:off x="1864760" y="5188449"/>
            <a:ext cx="1125020" cy="785973"/>
          </a:xfrm>
          <a:custGeom>
            <a:avLst/>
            <a:gdLst>
              <a:gd name="connsiteX0" fmla="*/ 1125020 w 1125020"/>
              <a:gd name="connsiteY0" fmla="*/ 0 h 785973"/>
              <a:gd name="connsiteX1" fmla="*/ 647271 w 1125020"/>
              <a:gd name="connsiteY1" fmla="*/ 452063 h 785973"/>
              <a:gd name="connsiteX2" fmla="*/ 195209 w 1125020"/>
              <a:gd name="connsiteY2" fmla="*/ 441789 h 785973"/>
              <a:gd name="connsiteX3" fmla="*/ 0 w 1125020"/>
              <a:gd name="connsiteY3" fmla="*/ 785973 h 785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5020" h="785973">
                <a:moveTo>
                  <a:pt x="1125020" y="0"/>
                </a:moveTo>
                <a:cubicBezTo>
                  <a:pt x="963629" y="189216"/>
                  <a:pt x="802239" y="378432"/>
                  <a:pt x="647271" y="452063"/>
                </a:cubicBezTo>
                <a:cubicBezTo>
                  <a:pt x="492303" y="525694"/>
                  <a:pt x="303087" y="386137"/>
                  <a:pt x="195209" y="441789"/>
                </a:cubicBezTo>
                <a:cubicBezTo>
                  <a:pt x="87331" y="497441"/>
                  <a:pt x="43665" y="641707"/>
                  <a:pt x="0" y="7859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11A63733-A4E7-D6EA-FDA1-0170359DBE1F}"/>
              </a:ext>
            </a:extLst>
          </p:cNvPr>
          <p:cNvSpPr/>
          <p:nvPr/>
        </p:nvSpPr>
        <p:spPr>
          <a:xfrm>
            <a:off x="4155897" y="5167901"/>
            <a:ext cx="909263" cy="821933"/>
          </a:xfrm>
          <a:custGeom>
            <a:avLst/>
            <a:gdLst>
              <a:gd name="connsiteX0" fmla="*/ 0 w 909263"/>
              <a:gd name="connsiteY0" fmla="*/ 0 h 821933"/>
              <a:gd name="connsiteX1" fmla="*/ 195209 w 909263"/>
              <a:gd name="connsiteY1" fmla="*/ 431515 h 821933"/>
              <a:gd name="connsiteX2" fmla="*/ 693505 w 909263"/>
              <a:gd name="connsiteY2" fmla="*/ 549668 h 821933"/>
              <a:gd name="connsiteX3" fmla="*/ 909263 w 909263"/>
              <a:gd name="connsiteY3" fmla="*/ 821933 h 821933"/>
              <a:gd name="connsiteX4" fmla="*/ 909263 w 909263"/>
              <a:gd name="connsiteY4" fmla="*/ 821933 h 821933"/>
              <a:gd name="connsiteX5" fmla="*/ 909263 w 909263"/>
              <a:gd name="connsiteY5" fmla="*/ 821933 h 821933"/>
              <a:gd name="connsiteX6" fmla="*/ 909263 w 909263"/>
              <a:gd name="connsiteY6" fmla="*/ 821933 h 821933"/>
              <a:gd name="connsiteX7" fmla="*/ 888714 w 909263"/>
              <a:gd name="connsiteY7" fmla="*/ 791110 h 821933"/>
              <a:gd name="connsiteX8" fmla="*/ 888714 w 909263"/>
              <a:gd name="connsiteY8" fmla="*/ 791110 h 821933"/>
              <a:gd name="connsiteX9" fmla="*/ 868166 w 909263"/>
              <a:gd name="connsiteY9" fmla="*/ 750014 h 821933"/>
              <a:gd name="connsiteX10" fmla="*/ 868166 w 909263"/>
              <a:gd name="connsiteY10" fmla="*/ 750014 h 82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09263" h="821933">
                <a:moveTo>
                  <a:pt x="0" y="0"/>
                </a:moveTo>
                <a:cubicBezTo>
                  <a:pt x="39812" y="169952"/>
                  <a:pt x="79625" y="339904"/>
                  <a:pt x="195209" y="431515"/>
                </a:cubicBezTo>
                <a:cubicBezTo>
                  <a:pt x="310793" y="523126"/>
                  <a:pt x="574496" y="484598"/>
                  <a:pt x="693505" y="549668"/>
                </a:cubicBezTo>
                <a:cubicBezTo>
                  <a:pt x="812514" y="614738"/>
                  <a:pt x="909263" y="821933"/>
                  <a:pt x="909263" y="821933"/>
                </a:cubicBezTo>
                <a:lnTo>
                  <a:pt x="909263" y="821933"/>
                </a:lnTo>
                <a:lnTo>
                  <a:pt x="909263" y="821933"/>
                </a:lnTo>
                <a:lnTo>
                  <a:pt x="909263" y="821933"/>
                </a:lnTo>
                <a:lnTo>
                  <a:pt x="888714" y="791110"/>
                </a:lnTo>
                <a:lnTo>
                  <a:pt x="888714" y="791110"/>
                </a:lnTo>
                <a:lnTo>
                  <a:pt x="868166" y="750014"/>
                </a:lnTo>
                <a:lnTo>
                  <a:pt x="868166" y="75001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C466EA22-7BFE-7D7D-D26B-4074771FB14D}"/>
              </a:ext>
            </a:extLst>
          </p:cNvPr>
          <p:cNvSpPr/>
          <p:nvPr/>
        </p:nvSpPr>
        <p:spPr>
          <a:xfrm>
            <a:off x="1332185" y="3598795"/>
            <a:ext cx="1786935" cy="563302"/>
          </a:xfrm>
          <a:custGeom>
            <a:avLst/>
            <a:gdLst>
              <a:gd name="connsiteX0" fmla="*/ 1742090 w 1742090"/>
              <a:gd name="connsiteY0" fmla="*/ 113024 h 522928"/>
              <a:gd name="connsiteX1" fmla="*/ 622738 w 1742090"/>
              <a:gd name="connsiteY1" fmla="*/ 26314 h 522928"/>
              <a:gd name="connsiteX2" fmla="*/ 0 w 1742090"/>
              <a:gd name="connsiteY2" fmla="*/ 522928 h 522928"/>
              <a:gd name="connsiteX3" fmla="*/ 0 w 1742090"/>
              <a:gd name="connsiteY3" fmla="*/ 522928 h 52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2090" h="522928">
                <a:moveTo>
                  <a:pt x="1742090" y="113024"/>
                </a:moveTo>
                <a:cubicBezTo>
                  <a:pt x="1327588" y="35510"/>
                  <a:pt x="913086" y="-42003"/>
                  <a:pt x="622738" y="26314"/>
                </a:cubicBezTo>
                <a:cubicBezTo>
                  <a:pt x="332390" y="94631"/>
                  <a:pt x="0" y="522928"/>
                  <a:pt x="0" y="522928"/>
                </a:cubicBezTo>
                <a:lnTo>
                  <a:pt x="0" y="52292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25A1D9E-65D3-99F0-DC38-DEA651428D2B}"/>
              </a:ext>
            </a:extLst>
          </p:cNvPr>
          <p:cNvSpPr/>
          <p:nvPr/>
        </p:nvSpPr>
        <p:spPr>
          <a:xfrm>
            <a:off x="293210" y="4187758"/>
            <a:ext cx="1900092" cy="2885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LED Indication: 5V Rail</a:t>
            </a: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6FA2CAE-05D1-4985-89D2-4CDF79616813}"/>
              </a:ext>
            </a:extLst>
          </p:cNvPr>
          <p:cNvSpPr/>
          <p:nvPr/>
        </p:nvSpPr>
        <p:spPr>
          <a:xfrm>
            <a:off x="1083365" y="2032425"/>
            <a:ext cx="2144180" cy="1202762"/>
          </a:xfrm>
          <a:custGeom>
            <a:avLst/>
            <a:gdLst>
              <a:gd name="connsiteX0" fmla="*/ 2102126 w 2144180"/>
              <a:gd name="connsiteY0" fmla="*/ 1202762 h 1202762"/>
              <a:gd name="connsiteX1" fmla="*/ 2042492 w 2144180"/>
              <a:gd name="connsiteY1" fmla="*/ 447388 h 1202762"/>
              <a:gd name="connsiteX2" fmla="*/ 1217544 w 2144180"/>
              <a:gd name="connsiteY2" fmla="*/ 127 h 1202762"/>
              <a:gd name="connsiteX3" fmla="*/ 0 w 2144180"/>
              <a:gd name="connsiteY3" fmla="*/ 487145 h 1202762"/>
              <a:gd name="connsiteX4" fmla="*/ 0 w 2144180"/>
              <a:gd name="connsiteY4" fmla="*/ 487145 h 120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4180" h="1202762">
                <a:moveTo>
                  <a:pt x="2102126" y="1202762"/>
                </a:moveTo>
                <a:cubicBezTo>
                  <a:pt x="2146024" y="925294"/>
                  <a:pt x="2189922" y="647827"/>
                  <a:pt x="2042492" y="447388"/>
                </a:cubicBezTo>
                <a:cubicBezTo>
                  <a:pt x="1895062" y="246949"/>
                  <a:pt x="1557959" y="-6499"/>
                  <a:pt x="1217544" y="127"/>
                </a:cubicBezTo>
                <a:cubicBezTo>
                  <a:pt x="877129" y="6753"/>
                  <a:pt x="0" y="487145"/>
                  <a:pt x="0" y="487145"/>
                </a:cubicBezTo>
                <a:lnTo>
                  <a:pt x="0" y="48714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89759C5-40B8-4132-E7D8-A78F4723F2BF}"/>
              </a:ext>
            </a:extLst>
          </p:cNvPr>
          <p:cNvSpPr/>
          <p:nvPr/>
        </p:nvSpPr>
        <p:spPr>
          <a:xfrm>
            <a:off x="110210" y="2556169"/>
            <a:ext cx="1900092" cy="2885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LED Indication: 12V Rail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E43C5063-DB46-9616-22AF-9A9E75D8705F}"/>
              </a:ext>
            </a:extLst>
          </p:cNvPr>
          <p:cNvSpPr/>
          <p:nvPr/>
        </p:nvSpPr>
        <p:spPr>
          <a:xfrm>
            <a:off x="7445829" y="1583918"/>
            <a:ext cx="1733005" cy="1915885"/>
          </a:xfrm>
          <a:custGeom>
            <a:avLst/>
            <a:gdLst>
              <a:gd name="connsiteX0" fmla="*/ 0 w 1733005"/>
              <a:gd name="connsiteY0" fmla="*/ 1915885 h 1915885"/>
              <a:gd name="connsiteX1" fmla="*/ 731520 w 1733005"/>
              <a:gd name="connsiteY1" fmla="*/ 1619794 h 1915885"/>
              <a:gd name="connsiteX2" fmla="*/ 966651 w 1733005"/>
              <a:gd name="connsiteY2" fmla="*/ 330925 h 1915885"/>
              <a:gd name="connsiteX3" fmla="*/ 1733005 w 1733005"/>
              <a:gd name="connsiteY3" fmla="*/ 0 h 191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3005" h="1915885">
                <a:moveTo>
                  <a:pt x="0" y="1915885"/>
                </a:moveTo>
                <a:cubicBezTo>
                  <a:pt x="285206" y="1899919"/>
                  <a:pt x="570412" y="1883954"/>
                  <a:pt x="731520" y="1619794"/>
                </a:cubicBezTo>
                <a:cubicBezTo>
                  <a:pt x="892628" y="1355634"/>
                  <a:pt x="799737" y="600891"/>
                  <a:pt x="966651" y="330925"/>
                </a:cubicBezTo>
                <a:cubicBezTo>
                  <a:pt x="1133565" y="60959"/>
                  <a:pt x="1433285" y="30479"/>
                  <a:pt x="173300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EACD66E8-25C9-4AA1-4E72-876622E35284}"/>
              </a:ext>
            </a:extLst>
          </p:cNvPr>
          <p:cNvSpPr/>
          <p:nvPr/>
        </p:nvSpPr>
        <p:spPr>
          <a:xfrm>
            <a:off x="7427378" y="3711920"/>
            <a:ext cx="1854926" cy="1152233"/>
          </a:xfrm>
          <a:custGeom>
            <a:avLst/>
            <a:gdLst>
              <a:gd name="connsiteX0" fmla="*/ 0 w 1854926"/>
              <a:gd name="connsiteY0" fmla="*/ 0 h 1152233"/>
              <a:gd name="connsiteX1" fmla="*/ 783772 w 1854926"/>
              <a:gd name="connsiteY1" fmla="*/ 313509 h 1152233"/>
              <a:gd name="connsiteX2" fmla="*/ 1062446 w 1854926"/>
              <a:gd name="connsiteY2" fmla="*/ 1053737 h 1152233"/>
              <a:gd name="connsiteX3" fmla="*/ 1854926 w 1854926"/>
              <a:gd name="connsiteY3" fmla="*/ 1123406 h 115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4926" h="1152233">
                <a:moveTo>
                  <a:pt x="0" y="0"/>
                </a:moveTo>
                <a:cubicBezTo>
                  <a:pt x="303349" y="68943"/>
                  <a:pt x="606698" y="137886"/>
                  <a:pt x="783772" y="313509"/>
                </a:cubicBezTo>
                <a:cubicBezTo>
                  <a:pt x="960846" y="489132"/>
                  <a:pt x="883920" y="918754"/>
                  <a:pt x="1062446" y="1053737"/>
                </a:cubicBezTo>
                <a:cubicBezTo>
                  <a:pt x="1240972" y="1188720"/>
                  <a:pt x="1547949" y="1156063"/>
                  <a:pt x="1854926" y="112340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BB9F16A-5749-6BC3-4E26-C89B1052D8B8}"/>
              </a:ext>
            </a:extLst>
          </p:cNvPr>
          <p:cNvSpPr/>
          <p:nvPr/>
        </p:nvSpPr>
        <p:spPr>
          <a:xfrm rot="16200000">
            <a:off x="10367385" y="6438173"/>
            <a:ext cx="253830" cy="5427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578848-011A-35FB-969E-BE2A9F76AC9C}"/>
              </a:ext>
            </a:extLst>
          </p:cNvPr>
          <p:cNvSpPr txBox="1"/>
          <p:nvPr/>
        </p:nvSpPr>
        <p:spPr>
          <a:xfrm>
            <a:off x="10731880" y="6570552"/>
            <a:ext cx="1457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=</a:t>
            </a:r>
            <a:r>
              <a:rPr lang="en-US" sz="1200" b="1" dirty="0"/>
              <a:t> Jumper installed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3A633D9-1A67-D2EA-8F97-DDDD7024C5F7}"/>
              </a:ext>
            </a:extLst>
          </p:cNvPr>
          <p:cNvSpPr/>
          <p:nvPr/>
        </p:nvSpPr>
        <p:spPr>
          <a:xfrm flipV="1">
            <a:off x="8722986" y="6681827"/>
            <a:ext cx="64481" cy="7862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2A3D0C-4974-F0A4-7B40-DA3AD68F851A}"/>
              </a:ext>
            </a:extLst>
          </p:cNvPr>
          <p:cNvSpPr txBox="1"/>
          <p:nvPr/>
        </p:nvSpPr>
        <p:spPr>
          <a:xfrm>
            <a:off x="8766092" y="6582640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=</a:t>
            </a:r>
            <a:r>
              <a:rPr lang="en-US" sz="1200" b="1" dirty="0"/>
              <a:t> Normal Pin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9595C2-7188-92B9-F7CD-FF2D641E7FE0}"/>
              </a:ext>
            </a:extLst>
          </p:cNvPr>
          <p:cNvSpPr txBox="1"/>
          <p:nvPr/>
        </p:nvSpPr>
        <p:spPr>
          <a:xfrm>
            <a:off x="10494293" y="4677546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0~1v Current Sense </a:t>
            </a:r>
          </a:p>
          <a:p>
            <a:r>
              <a:rPr lang="en-US" sz="1000" dirty="0"/>
              <a:t>Signal Out</a:t>
            </a:r>
          </a:p>
        </p:txBody>
      </p:sp>
    </p:spTree>
    <p:extLst>
      <p:ext uri="{BB962C8B-B14F-4D97-AF65-F5344CB8AC3E}">
        <p14:creationId xmlns:p14="http://schemas.microsoft.com/office/powerpoint/2010/main" val="90976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Jawad Haider</dc:creator>
  <cp:lastModifiedBy>Jawad Haider</cp:lastModifiedBy>
  <cp:revision>8</cp:revision>
  <dcterms:created xsi:type="dcterms:W3CDTF">2026-08-30T19:33:54Z</dcterms:created>
  <dcterms:modified xsi:type="dcterms:W3CDTF">2026-08-30T20:10:13Z</dcterms:modified>
</cp:coreProperties>
</file>